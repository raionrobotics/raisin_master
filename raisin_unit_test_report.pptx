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C4FF"/>
                </a:solidFill>
              </a:rPr>
              <a:t>RAISIN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단위 테스트 구현 및 결과 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828800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테스트 대상 패키지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1247120" cy="384048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233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B5F6"/>
                </a:solidFill>
              </a:rPr>
              <a:t>raisin_autonomy_plugin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2336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map_graph 알고리즘 (A*, 투영, 경로 정제)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59"/>
            <a:ext cx="11247120" cy="384048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B5F6"/>
                </a:solidFill>
              </a:rPr>
              <a:t>raisin_ublox_plugin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73659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Fletcher 체크섬 / NMEA 체크섬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4FF"/>
                </a:solidFill>
              </a:rPr>
              <a:t>빌드 환경: GTest / Ninja / C++20  |  빌드 타입: Release  |  작성: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테스트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FF"/>
                </a:solidFill>
              </a:rPr>
              <a:t>단위 테스트 선정 기준 및 작성 방침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RAISIN Unit Test Report  | 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92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3749039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선정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프로젝트 코드를 직접 검증 (서드파티 라이브러리 테스트 제외)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독립 함수/헤더온리 모듈 우선 — ROS2·raisim 의존성 없이 실행 가능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버그 영향도 큰 알고리즘: A*, 체크섬, 좌표 변환 등 ★★★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417320"/>
            <a:ext cx="374903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417320"/>
            <a:ext cx="3749039" cy="347472"/>
          </a:xfrm>
          <a:prstGeom prst="rect">
            <a:avLst/>
          </a:prstGeom>
          <a:solidFill>
            <a:srgbClr val="1A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444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기존 테스트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19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test_ublox_gps_init.cpp — 시리얼 초기화 실패·isInitialized() 검증 유지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test_map_services.cpp (fast_lio) — 지도 I/O·다운샘플링 이미 커버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신규 테스트는 기존 미커버 영역(checksum 엣지 케이스, map_graph) 집중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4" y="1417320"/>
            <a:ext cx="3749039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417320"/>
            <a:ext cx="3749039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444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테스트 제외 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874519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서드파티 라이브러리 직접 검증 (GeographicLib, PCL VoxelGrid, Ouster SDK3)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분리 불가 인라인 로직 (navigation_main.cpp subprocess, ImGui draw loop)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7202A"/>
                </a:solidFill>
              </a:rPr>
              <a:t>•  하드웨어 의존 통합 테스트 (실 LiDAR, u-Blox, raisim::ArticulatedSystem*)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400800"/>
            <a:ext cx="11521440" cy="137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09944"/>
            <a:ext cx="10972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빌드 플래그:  -DRAISIN_BUILD_TEST=ON   |   GTest PRIVATE 링크   |   C++20 std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구현된 테스트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FF"/>
                </a:solidFill>
              </a:rPr>
              <a:t>신규 작성 테스트 케이스 요약 (기존 2건 + 신규 20건)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RAISIN Unit Test Report  | 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92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3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66928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990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raisin_autonomy_plugin  —  test_map_graph.cpp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53949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950" b="0">
                <a:solidFill>
                  <a:srgbClr val="5D6D7E"/>
                </a:solidFill>
              </a:rPr>
              <a:t>[기존]  끝점 클램핑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5D6D7E"/>
                </a:solidFill>
              </a:rPr>
              <a:t>[기존]  엣지 중간 투영 우선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5D6D7E"/>
                </a:solidFill>
              </a:rPr>
              <a:t>[기존]  최단 경로 (우회 비교)</a:t>
            </a:r>
          </a:p>
          <a:p>
            <a:pPr>
              <a:spcBef>
                <a:spcPts val="100"/>
              </a:spcBef>
            </a:pPr>
            <a:r>
              <a:rPr sz="950" b="0">
                <a:solidFill>
                  <a:srgbClr val="5D6D7E"/>
                </a:solidFill>
              </a:rPr>
              <a:t>[기존]  경로 정제 노드 삽입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시작==목표 → 크기 1 경로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단절 그래프 → 빈 경로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길이 0 엣지 처리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세그먼트 앞쪽 점 클램핑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T_MIN 클리핑 → 노드 폴백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음수 비용 엣지 필터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유효 엣지 복수 매핑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GPS 프레임 쌍 스킵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371600"/>
            <a:ext cx="56692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71600"/>
            <a:ext cx="5669280" cy="320040"/>
          </a:xfrm>
          <a:prstGeom prst="rect">
            <a:avLst/>
          </a:prstGeom>
          <a:solidFill>
            <a:srgbClr val="1A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3990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raisin_ublox_plugin  —  test_ublox_utils.cpp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53949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950" b="0">
                <a:solidFill>
                  <a:srgbClr val="5D6D7E"/>
                </a:solidFill>
              </a:rPr>
              <a:t>[기존]  시리얼 초기화 실패 / isInitialized()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E67E22"/>
                </a:solidFill>
              </a:rPr>
              <a:t>[수정]  8바이트 참조값 수정 (0x5b→0xAC)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빈 페이로드 → ck_a=ck_b=0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단일 바이트 → ck_a==ck_b==byte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1비트 변조 → 체크섬 불일치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바이트 순서 → ck_b 다름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uint16_t 래퍼 패킹 검증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E67E22"/>
                </a:solidFill>
              </a:rPr>
              <a:t>[수정]  GPGGA XOR 수정 (69→77)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빈 문자열 → "0"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단일 문자 'A' → "41"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17202A"/>
                </a:solidFill>
              </a:rPr>
              <a:t>[신규]  동일 문자×2 XOR → "0"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테스트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FF"/>
                </a:solidFill>
              </a:rPr>
              <a:t>cmake-build-release / Ninja / GTest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RAISIN Unit Test Report  | 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92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4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1640312" cy="658368"/>
          </a:xfrm>
          <a:prstGeom prst="rect">
            <a:avLst/>
          </a:prstGeom>
          <a:solidFill>
            <a:srgbClr val="1A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전체 24개 테스트  PASSED  (0 FAILED)   —   총 실행 시간 &lt; 1ms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9509760" cy="3017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31136"/>
            <a:ext cx="2926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59" y="223113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테스트 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231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스위트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31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전체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31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3113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23113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시간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14600"/>
            <a:ext cx="9509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56946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raisin_autonomy_plugin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59" y="256946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test_map_graph.cpp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569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569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69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8C5A"/>
                </a:solidFill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569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6946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80360"/>
            <a:ext cx="950976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93522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raisin_ublox_plugin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59" y="29352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test_ublox_gps_init.cpp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29352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9352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9352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8C5A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352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9352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46120"/>
            <a:ext cx="9509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0098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raisin_ublox_plugin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59" y="33009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7202A"/>
                </a:solidFill>
              </a:rPr>
              <a:t>test_ublox_utils.cpp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3009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3009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2A"/>
                </a:solidFill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3009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8C5A"/>
                </a:solidFill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3009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3009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2A"/>
                </a:solidFill>
              </a:rPr>
              <a:t>0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611880"/>
            <a:ext cx="95097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666744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합계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59" y="36667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59" y="36667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36667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6667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36667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6667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&lt; 1ms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114800"/>
            <a:ext cx="11640312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160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BBFF"/>
                </a:solidFill>
              </a:rPr>
              <a:t># 빌드 명령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407408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FFBB"/>
                </a:solidFill>
              </a:rPr>
              <a:t>cd /home/user/raisin_ws/cmake-build-release
cmake .   # cmake 캐시 갱신
ninja raisin_autonomy_plugin_unittest raisin_ublox_plugin_unittest
# 실행 명령
./src/raisin_plugin/raisin_autonomy_plugin/raisin_autonomy_plugin_unittest --gtest_color=yes
./src/raisin_plugin/raisin_ublox_plugin/raisin_ublox_plugin_unittest  --gtest_color=yes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발견된 이슈 및 권고사항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FF"/>
                </a:solidFill>
              </a:rPr>
              <a:t>테스트 과정에서 드러난 코드·테스트 결함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RAISIN Unit Test Report  | 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928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5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1640312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898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기존 테스트 파일에서 발견된 버그 2건 (수정 완료)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55648"/>
            <a:ext cx="11640312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55648"/>
            <a:ext cx="59436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24028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BUG-01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013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FletcherChecksumMatchesKnownReference — ck_b 기대값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214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</a:rPr>
              <a:t>8바이트 페이로드에서 ck_b = 0xAC 가 정확한 값.
기존 코드의 0x5b 는 앞 5바이트만 계산한 잘못된 참조값.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660904"/>
            <a:ext cx="1074420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88336"/>
            <a:ext cx="10652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8C5A"/>
                </a:solidFill>
              </a:rPr>
              <a:t>✔ test_ublox_utils.cpp:22   →  EXPECT_EQ(ck_b, 0xAC)  로 수정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72968"/>
            <a:ext cx="11640312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172968"/>
            <a:ext cx="59436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65760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BUG-02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18687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NmeaChecksumUsesXorAcrossSentenceBody — XOR 결과값 오류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38727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7202A"/>
                </a:solidFill>
              </a:rPr>
              <a:t>"GPGGA,123519" 전체 XOR = 0x77 = "77".
기존 코드의 "69" 는 실제 연산과 불일치.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078224"/>
            <a:ext cx="1074420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05656"/>
            <a:ext cx="10652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8C5A"/>
                </a:solidFill>
              </a:rPr>
              <a:t>✔ test_ublox_utils.cpp     →  EXPECT_EQ(calculateChecksum(...), "77")  로 수정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45152"/>
            <a:ext cx="11640312" cy="25603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66344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다음 단계 권고사항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956048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7202A"/>
                </a:solidFill>
              </a:rPr>
              <a:t>→  convertNavPvtToNavSatAndTwist 변환 테스트 추가 (좌표 스케일, fix quality 분기, nanosecond 처리)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7202A"/>
                </a:solidFill>
              </a:rPr>
              <a:t>→  raisin_tf: canTransform / getTransform 체인 합성 단위 테스트 추가 (roots differ → Identity 케이스 포함)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7202A"/>
                </a:solidFill>
              </a:rPr>
              <a:t>→  VoxelMap::getHeight 테스트 추가 — 경로 계획 컨트롤러가 직접 의존하는 핵심 쿼리 함수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7202A"/>
                </a:solidFill>
              </a:rPr>
              <a:t>→  navigation_main.cpp 의 waypoint 진행 로직을 별도 함수로 추출하여 단위 테스트 가능하게 리팩터링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7202A"/>
                </a:solidFill>
              </a:rPr>
              <a:t>→  raisin_gui_map1_window: 롱프레스·측정 상태 머신을 ImGui draw loop에서 분리 → 자동화 테스트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